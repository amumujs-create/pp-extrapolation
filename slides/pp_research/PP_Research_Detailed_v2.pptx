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mai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275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91250" y="0"/>
            <a:ext cx="1524000" cy="6858000"/>
          </a:xfrm>
          <a:prstGeom prst="rect">
            <a:avLst/>
          </a:prstGeom>
          <a:solidFill>
            <a:srgbClr val="B20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742950"/>
            <a:ext cx="838200" cy="47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00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KOREA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76375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PP EXTRAPOLATION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RESEARCH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2952750"/>
            <a:ext cx="4953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왜 필요한지 · 어떻게 만드는지 ·</a:t>
            </a:r>
          </a:p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실험 결과 · 다음에 할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00500"/>
            <a:ext cx="438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CCB"/>
                </a:solidFill>
                <a:latin typeface="AppleGothic"/>
                <a:ea typeface="AppleGothic"/>
              </a:rPr>
              <a:t>남은수명 · 배터리 · 균열 · 엔진 상태예측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5334000"/>
            <a:ext cx="3810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Smart Production Systems Lab.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PP 연구 발표자료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619125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BCCB"/>
                </a:solidFill>
                <a:latin typeface="AppleGothic"/>
                <a:ea typeface="AppleGothic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발표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A–D  ·  상세 근거와 원문은 Appendix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625" y="1905000"/>
            <a:ext cx="2524125" cy="6096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12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11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문제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외삽 바운더리와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연구 범위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23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718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71875" y="1905000"/>
            <a:ext cx="2524125" cy="6096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237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33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방법론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14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SAAR 구조와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공용 prior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2457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341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4125" y="1905000"/>
            <a:ext cx="2524125" cy="6096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462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실증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36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결과·ablation·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데이터별 스플릿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868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63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6375" y="1905000"/>
            <a:ext cx="2524125" cy="6096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687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78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전망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59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 경계와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부록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625" y="4667250"/>
            <a:ext cx="10572750" cy="9048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" y="495300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요지  ·  PP는 식 없는 외삽 안전장치. PAE는 식 뼈대 + NN 부족분 보정.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 연구와 겹치는 지점, 그리고 본 연구가 다루는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방정식은 모르더라도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수명 경계·최근 이력 같은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가정은 어떻게 쓸 것인가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본 연구의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가정을 명시적으로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신경망이 이를 훼손하지 않게 하며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근거가 부족하면 예측을 유보한다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새로운 모형의 발명이라기보다, 학습 지지 밖 남은수명 예측에서 약한 가정을 안전하게 운용하는 절차를 정립한 연구다.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연구 바운더리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식을 넣을까 · 식 없이 어떻게 · 믿어도 될까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어떤 식을 넣을까?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 없이 어떻게?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지금 논문은 Q2(PP). PP는 prior-free가 아니라 equation-free. 일반 구조 bias(safeguard)는 있다.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PAE의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후보식이 있으면 PAE(식+NN) · 없으면 PP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PAE에서도 식만으로 끝내지 않는다. 허용된 식 위에 부족분은 NN이 제한적으로 학습한다.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고정 경계형: 최고 0.939로 비슷하나 최저 0.468. 최종 SAAR는 최고를 유지하면서 최저·평균을 같이 올림.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열화 범위 밖 예측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맞고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방향이 비슷할 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되는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반대로 바뀌거나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표본이 너무 적을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예측을 거절하는 게 맞음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어디서나 이긴다가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언제 쓸지 지도가 중요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8곳에서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유닛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없음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단위 개선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3데이터는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개발하면서 본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경쟁 비교도 후향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데이터 확인이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종류가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일부 설정은 전부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실패를 항상 미리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잡진 못함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‘가정이 맞고, 검증이 테스트와 비슷할 때 잘 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  |  다음: PAE  |  “PP is prior-free”는 쓰지 말 것 (affine·경계도 넓은 prior)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02A43"/>
                </a:solidFill>
                <a:latin typeface="AppleGothic"/>
                <a:ea typeface="AppleGothic"/>
              </a:rPr>
              <a:t>식 없는 외삽 안전장치. prior-free가 아니라 equation-free.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켜는 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02A43"/>
                </a:solidFill>
                <a:latin typeface="AppleGothic"/>
                <a:ea typeface="AppleGothic"/>
              </a:rPr>
              <a:t>데이터셋 이름이 아니라 계약·고정 eligibility로 weak bundle만.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02A43"/>
                </a:solidFill>
                <a:latin typeface="AppleGothic"/>
                <a:ea typeface="AppleGothic"/>
              </a:rPr>
              <a:t>식 뼈대 + NN 부족분. 이득 없으면 식을 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02A43"/>
                </a:solidFill>
                <a:latin typeface="AppleGothic"/>
                <a:ea typeface="AppleGothic"/>
              </a:rPr>
              <a:t>PP의 선택을 너무 똑똑하게 만들면 PAE와 겹친다.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발표를 더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메인 결과로 3개 배터리 그래프를 둘지, 잘 된 8곳 비교를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실패한 실험은 본문에 둘지, ‘적용 한계’로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PAE(식)·PP(식 없음) 경계를 이 자료에서 얼마나 길게 둘지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완전히 새 데이터로 확인하는 실험을 언제 넣을지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외삽 문헌조사 · pp-extrapolation · 발표 양식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ppt/pp/PP_Research_Detailed_v2.pptx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제한된 신경망 보정을 분리하고, 개체 단위로 검증된 출력 오차만 옮길지 결정한다.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수명 경계가 관측되는 영역에서는 경계-몫(Boundary-Quotient) 확장으로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고장점에서 남은수명이 0이 되도록 한다. 여러 데이터에서 개체 분리·범위 밖 평가를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적용했을 때, 가정이 맞는 구간에서는 정확도가 오르고, 관계가 바뀌는 실패는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일반 랜덤 분할로는 잘 드러나지 않는다는 점을 함께 보인다.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pp-extrapolation/PP_FIRST_PUBLICATION_CLAIMS_KO.md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 파일: ppt/pp/PP_Research_Detailed_v2.pptx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