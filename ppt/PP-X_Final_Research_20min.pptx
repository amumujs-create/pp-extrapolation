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5" r:id="rId16"/>
    <p:sldId id="266" r:id="rId17"/>
    <p:sldId id="267" r:id="rId18"/>
    <p:sldId id="271" r:id="rId22"/>
    <p:sldId id="260" r:id="rId11"/>
    <p:sldId id="273" r:id="rId24"/>
    <p:sldId id="276" r:id="rId27"/>
    <p:sldId id="286" r:id="rId37"/>
    <p:sldId id="303" r:id="rId54"/>
    <p:sldId id="304" r:id="rId55"/>
    <p:sldId id="305" r:id="rId56"/>
    <p:sldId id="306" r:id="rId57"/>
    <p:sldId id="307" r:id="rId58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9.xml"/><Relationship Id="rId14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3.xml"/><Relationship Id="rId20" Type="http://schemas.openxmlformats.org/officeDocument/2006/relationships/slide" Target="slides/slide11.xml"/><Relationship Id="rId21" Type="http://schemas.openxmlformats.org/officeDocument/2006/relationships/slide" Target="slides/slide15.xml"/><Relationship Id="rId22" Type="http://schemas.openxmlformats.org/officeDocument/2006/relationships/slide" Target="slides/slide8.xml"/><Relationship Id="rId23" Type="http://schemas.openxmlformats.org/officeDocument/2006/relationships/slide" Target="slides/slide17.xml"/><Relationship Id="rId24" Type="http://schemas.openxmlformats.org/officeDocument/2006/relationships/slide" Target="slides/slide10.xml"/><Relationship Id="rId27" Type="http://schemas.openxmlformats.org/officeDocument/2006/relationships/slide" Target="slides/slide11.xml"/><Relationship Id="rId37" Type="http://schemas.openxmlformats.org/officeDocument/2006/relationships/slide" Target="slides/slide12.xml"/><Relationship Id="rId50" Type="http://schemas.openxmlformats.org/officeDocument/2006/relationships/slide" Target="slides/slide18.xml"/><Relationship Id="rId54" Type="http://schemas.openxmlformats.org/officeDocument/2006/relationships/slide" Target="slides/slide13.xml"/><Relationship Id="rId55" Type="http://schemas.openxmlformats.org/officeDocument/2006/relationships/slide" Target="slides/slide14.xml"/><Relationship Id="rId56" Type="http://schemas.openxmlformats.org/officeDocument/2006/relationships/slide" Target="slides/slide15.xml"/><Relationship Id="rId57" Type="http://schemas.openxmlformats.org/officeDocument/2006/relationships/slide" Target="slides/slide16.xml"/><Relationship Id="rId5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20분 요약 발표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residual candidate family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후보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Final에서 executor가 승인되지 않으면 contract에 미리 적은 direct·persistence fallback으로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HUST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Sunwoda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N-CMAPSS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Virkler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RWTH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batch2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MICH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PCoE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2019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