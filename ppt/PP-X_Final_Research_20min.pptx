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5" r:id="rId16"/>
    <p:sldId id="266" r:id="rId17"/>
    <p:sldId id="267" r:id="rId18"/>
    <p:sldId id="271" r:id="rId22"/>
    <p:sldId id="260" r:id="rId11"/>
    <p:sldId id="273" r:id="rId24"/>
    <p:sldId id="276" r:id="rId27"/>
    <p:sldId id="286" r:id="rId37"/>
    <p:sldId id="303" r:id="rId54"/>
    <p:sldId id="304" r:id="rId55"/>
    <p:sldId id="305" r:id="rId56"/>
    <p:sldId id="306" r:id="rId57"/>
    <p:sldId id="307" r:id="rId58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10.xml"/><Relationship Id="rId14" Type="http://schemas.openxmlformats.org/officeDocument/2006/relationships/slide" Target="slides/slide4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7" Type="http://schemas.openxmlformats.org/officeDocument/2006/relationships/slide" Target="slides/slide14.xml"/><Relationship Id="rId37" Type="http://schemas.openxmlformats.org/officeDocument/2006/relationships/slide" Target="slides/slide24.xml"/><Relationship Id="rId50" Type="http://schemas.openxmlformats.org/officeDocument/2006/relationships/slide" Target="slides/slide40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20분 요약 발표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bounded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bounded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residual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Final에서 executor가 승인되지 않으면 contract에 미리 적은 direct·persistence fallback으로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12/18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13/18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14/18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15/18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16/18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17/18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