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81250"/>
            <a:ext cx="1066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Validation-Approved Prior-Residual Extrapolation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527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20분 발표용  ·  본편 +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005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Smart Production Systems Lab.  ·  박사과정 박진서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476750"/>
            <a:ext cx="1066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상세 47장 덱의 압축판  ·  스킵 장은 부록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오늘 구성 — 본편 /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본편만으로 약 20분. 부록은 질문·상세 근거용.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장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시간 감각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본편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1–15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문제 · 연구 루트 · 기여 · 게이트 · 주결과 · 통계 · DS03 · 한계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~20분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부록 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A1–A3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약한 prior · 외삽 정의 · 도메인 안정성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질문 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부록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B1–B6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ablation · 비교 heatmap · CCMR · PAE · 실패 상세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질문 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62500"/>
            <a:ext cx="11277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발표 때 부록 슬라이드는 넘기지 않는다. 필요하다고 말하면 해당 번호로 점프.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학습 support 밖에서는 데이터가 답을 정하지 못한다.</a:t>
            </a:r>
          </a:p>
        </p:txBody>
      </p:sp>
      <p:pic>
        <p:nvPicPr>
          <p:cNvPr id="6" name="Picture 5" descr="nn_vs_saa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57250"/>
            <a:ext cx="59055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4667250"/>
            <a:ext cx="5905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점선 왼쪽=학습, 오른쪽=밖. 제약 없는 NN은 열화 중에도 예측이 되살아날 수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2250" y="914400"/>
            <a:ext cx="5162550" cy="142875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4650" y="1047750"/>
            <a:ext cx="485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왜 위험한가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409700"/>
            <a:ext cx="48577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RUL·피로·열화는 시험 시점이 학습 분포 밖인 경우가 많다. 보간 성능을 외삽으로 착각하기 쉽다.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72250" y="2571750"/>
            <a:ext cx="5162550" cy="1905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4650" y="2705100"/>
            <a:ext cx="4857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PP-X가 하는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067050"/>
            <a:ext cx="485775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① 믿을 prior만 contract로 허용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② prior를 뒤집지 못하게 residual 제한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③ Val unit-risk로 실행 승인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④ 실패 시 사전 fallback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루트 — 식의 근거에 따라 두 경로로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식이 없거나 약한 prior만 있으면 PP-X, 적용 가능한 식이 정당화되면 PAE로 확장한다.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6950" y="819150"/>
            <a:ext cx="7658100" cy="5143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9350" y="914400"/>
            <a:ext cx="73533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ppleGothic"/>
              </a:rPr>
              <a:t>목표  ·  근거 수준에 맞는 강건한 외삽 프레임워크 구축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5450"/>
            <a:ext cx="2381250" cy="8191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1790700"/>
            <a:ext cx="21145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사용 가능한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2076450"/>
            <a:ext cx="21145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관측 · 경계 · 도메인 지식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14650" y="1952625"/>
            <a:ext cx="514350" cy="2857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3638550" y="1562100"/>
            <a:ext cx="2857500" cy="1104900"/>
          </a:xfrm>
          <a:prstGeom prst="diamond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적용 가능한 후보식이
정당화되는가?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67300" y="2667000"/>
            <a:ext cx="0" cy="11430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47850" y="2781300"/>
            <a:ext cx="6438900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1676400" y="2724150"/>
            <a:ext cx="342900" cy="3238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115300" y="2724150"/>
            <a:ext cx="342900" cy="3238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55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PP-X  |  식이 없거나 약할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weak prior + bounded residual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Validation evidence로 executor 승인 · 실패 시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18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32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PAE  |  검증된 식이 있을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validated equation + 제한 NN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source gate · 이득 없으면 PP-X로 복귀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7622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90868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66950" y="4914900"/>
            <a:ext cx="7658100" cy="590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0300" y="5010150"/>
            <a:ext cx="73914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공통 Assurance  ·  믿기 / 보류 / 거절  →  두 경로를 하나의 외삽 프레임워크로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현재 발표 범위: PP-X  ·  후속 확장: PAE + 통합 Assurance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기여 — C1·C2·C3 + 한 줄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Declare → Learn → Approve. 숫자는 retrospective 메인 9-setting.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/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핵심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무엇을 믿나?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Boundary·history·support·허용 prior·fallback을 test 전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얼마나 수정하나?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ŷ = prior + bounded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써도 되나?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Gain≥2% · unit wins≥60% · worst≤1.10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33750"/>
          <a:ext cx="112776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효과 (메인 9셋)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수치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주의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Equal-budget 최강 대비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8/9 · p=.039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Virkler는 FT가 +.002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vs matched direct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· p=.0039 · CI[0.17,0.67]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요약 효과. 전 셋 BH 유의는 아님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GM-RMSE 감소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retrospective. prospective 보장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게이트 전체도 — 어디서 승인·거절되나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Prior gate = BQ vs affine  ·  Executor gate = 어떤 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2057400" cy="104775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0287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1 · 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333500"/>
            <a:ext cx="190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Contract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후보·fallback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0" y="952500"/>
            <a:ext cx="2057400" cy="10477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0287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Step 2 · 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333500"/>
            <a:ext cx="190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Prior gate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BQ / affine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952500"/>
            <a:ext cx="2057400" cy="104775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10287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3 · 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1333500"/>
            <a:ext cx="190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prior +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bounded residual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952500"/>
            <a:ext cx="2057400" cy="104775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2800" y="10287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Step 4 · 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800" y="1333500"/>
            <a:ext cx="190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 gate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2%·60%·1.10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952500"/>
            <a:ext cx="2057400" cy="104775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0287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5 · Freeze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333500"/>
            <a:ext cx="190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C3 이후 실행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route or fallback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46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7244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9342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1440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381250"/>
            <a:ext cx="5524500" cy="17145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Step 2 · Final은 Prior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857500"/>
            <a:ext cx="52197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→ BQ, 없음 → affine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OOF/group/mode 계산 없음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neural_safety는 v1_declared 보관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0300" y="2381250"/>
            <a:ext cx="5524500" cy="171450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7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Step 4 · C3 거절 → Val FAIL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2857500"/>
            <a:ext cx="52197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비교는 했으나 세 조건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같은 Direct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(사전 contract)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7675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승인 유일한 길  Contract → Prior ON → Fit → Val PASS → Freeze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test label로 route를 바꾸지 않는다.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Prior gate — known_boundary 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select_ppx_route.  고장 조건 ≠ 고장 시점.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857250"/>
            <a:ext cx="38100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6250" y="914400"/>
            <a:ext cx="3619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known_boundary 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76375"/>
            <a:ext cx="5334000" cy="3048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60020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TRUE → boundary_pp · Prior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00025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예) capacity≤80%, crack 33 mm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OOF 검사 없음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→ prior_weight=1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→ Fit → Executor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76375"/>
            <a:ext cx="5334000" cy="3048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200" y="160020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FALSE → affine · Prior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00025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Final은 사다리를 안 돌림.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경계 없으면 affine.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OOF / group / mode는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계산하지 않음.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그 검사는 v1_declared 보관.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7750"/>
            <a:ext cx="112776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있음 = BQ.  경계 없음 = affine.  둘 다 Prior ON.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Final에서 Prior OFF는 없다. 거절은 Executor Val FAIL만.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C3 Executor gate + 분기 이름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select_paper_ppx. Prior ON일 때만. 세 조건 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76300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후보  prior-only · unbounded · bounded · dual* · transport* · history* · direct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1125"/>
            <a:ext cx="3505200" cy="5334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1476375"/>
            <a:ext cx="33147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Gain ≥ 2%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1381125"/>
            <a:ext cx="3505200" cy="5334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250" y="1476375"/>
            <a:ext cx="33147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Unit wins ≥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800" y="1381125"/>
            <a:ext cx="3505200" cy="5334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0050" y="1476375"/>
            <a:ext cx="33147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Worst ≤ 1.10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95500"/>
            <a:ext cx="5334000" cy="8572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238375"/>
            <a:ext cx="50292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PASS → Val loss 최소 executor freeze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(동점이면 더 단순)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95500"/>
            <a:ext cx="5334000" cy="85725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200" y="2238375"/>
            <a:ext cx="50292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FAIL → Direct fallback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238500"/>
          <a:ext cx="112776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3651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언제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Prior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다음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boundary_pp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 ·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transferable_prior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 없음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 · affine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neural_safety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v1_declared만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바로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executor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 PASS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route freeze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 FAIL (Final)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예측만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8" name="Connector 1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 결과 — 메인 9-setting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엄격 외삽 · retrospective development · PAE 없음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 DS02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gated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decay+transport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battery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 history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affine latent-regime + Val 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91125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보편 SOTA 주장 아님. contract-conditioned route로 외삽을 유지한 결과.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통계적 근거 — 요약 효과는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unit 추론 · exact sign · hierarchical bootstrap · BH. 전 셋 개별 유의는 아님.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결과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해석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Domain sign vs 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· p=.0039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방향성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Hierarchical CI (log-RMSE)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[0.17, 0.67]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요약 이득 CI가 0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GM-RMSE 감소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평균 0.41 log-ratio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BH 개별 유의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 · 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나머지 셋은 요약으로만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Equal-budget 최강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8/9 · p=.039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공정 예산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00500"/>
            <a:ext cx="112776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1C1C"/>
                </a:solidFill>
                <a:latin typeface="Arial"/>
                <a:ea typeface="AppleGothic"/>
              </a:rPr>
              <a:t>말하지 않는 것</a:t>
            </a:r>
          </a:p>
          <a:p>
            <a:pPr algn="l"/>
            <a:r>
              <a:rPr sz="1300" b="0">
                <a:solidFill>
                  <a:srgbClr val="9B1C1C"/>
                </a:solidFill>
                <a:latin typeface="Arial"/>
                <a:ea typeface="AppleGothic"/>
              </a:rPr>
              <a:t>· common-backbone 12셋 전역 우세  ·  DS03 정확도 우월</a:t>
            </a:r>
          </a:p>
          <a:p>
            <a:pPr algn="l"/>
            <a:r>
              <a:rPr sz="1300" b="0">
                <a:solidFill>
                  <a:srgbClr val="9B1C1C"/>
                </a:solidFill>
                <a:latin typeface="Arial"/>
                <a:ea typeface="AppleGothic"/>
              </a:rPr>
              <a:t>· 8모델 Holm 동시 보정 후 안정성 유의  ·  미래 cohort 보장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공정 비교 — 동일 30후보 예산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9 settings × 8 baselines · search seed 42 · refit 42–46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Setting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최강 baseline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 0.955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 0.890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−.002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 0.583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~0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RBF 0.838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RBF 0.732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monotone −0.686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+1.44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 0.342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MLP 0.813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 0.932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57750"/>
            <a:ext cx="112776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결론  8/9 우세 · exact p=.0391. 예외는 Virkler(+.002)·NASA 동률.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Prospective — N-CMAPSS DS03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방법·임계값 동결 후 test Y 공개. route와 정확도를 분리해서 말함.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47750"/>
            <a:ext cx="5524500" cy="2667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181100"/>
            <a:ext cx="5219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PASS — route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19250"/>
            <a:ext cx="521970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prior routes 거절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→ direct fallback 선택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실제 test-best PP-X route와 일치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unsupported prior를 강제로 안 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300" y="1047750"/>
            <a:ext cx="5524500" cy="2667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2700" y="1181100"/>
            <a:ext cx="5219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FAIL — predictive superiority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1619250"/>
            <a:ext cx="521970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 fallback R² 0.882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Engression 0.901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ΔR² −0.0195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정확도 1등 주장은 안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575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정직한 한 줄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prospective route-selection success, predictive superiority not confirmed.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한계 · 주장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오늘 표는 무엇을 말하고, 무엇을 말하지 않는가.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말함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말하지 않음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메인 9셋 요약 이득·방향성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모든 holdout 정확도 SOTA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contract-conditioned 실행·거절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gate의 미래 완전 식별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DS03 prior 거절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DS03 fallback 우월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optional executor 반례 존재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전역 dual/bound default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1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Limitation tier (메인 승수 제외): XJTU · FEMTO · NASA milling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가져갈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20분 발표의 결론.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333500"/>
            <a:ext cx="10668000" cy="1905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1714500"/>
            <a:ext cx="10096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ppleGothic"/>
              </a:rPr>
              <a:t>PP-X는 모든 데이터에서 1등이 아니라,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ppleGothic"/>
              </a:rPr>
              <a:t>근거 있는 prior-residual만 승인하고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ppleGothic"/>
              </a:rPr>
              <a:t>없으면 fallback으로 외삽 위험을 제한한다.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Prior gate → Executor gate → Freeze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known_boundary = 고장 조건, 고장 시점 아님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다음 ·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상세 ablation·PAE·CCMR은 부록.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다음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단기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 표현력 · typed contract 강화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중기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 (검증된 식이 있을 때)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부록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 질문하시면 해당 장으로 이동합니다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6250"/>
            <a:ext cx="11277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2B2"/>
                </a:solidFill>
                <a:latin typeface="Arial"/>
                <a:ea typeface="AppleGothic"/>
              </a:rPr>
              <a:t>질문 받겠습니다.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47650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  <a:ea typeface="AppleGothic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385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ppleGothic"/>
              </a:rPr>
              <a:t>본편에서 스킵한 상세 장표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  <a:ea typeface="AppleGothic"/>
              </a:rPr>
              <a:t>발표 본편(1–15)에서는 사용하지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0" y="6286500"/>
            <a:ext cx="95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A1  약한 prior란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Prior와 executor를 분리해서 읽는다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후보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언제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A · 경계형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BQ: 경계거리×quotient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EOL 경계를 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끝점 0 보장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B · 비경계형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affine: X→RUL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known_boundary=False (Final)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RUL 직접 회귀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 · dual · history · 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flag + Val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수정·보정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/ persistence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Val FAIL (Final)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 경로 미사용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100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BQ는 margin=(health−EOL)을 곱해 경계에서 0을 보장한다. Direct affine은 경계 없이 RUL을 바로 Ridge 회귀한다.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8625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예  Sun·RWTH: BQ latent-affine→bounded  ·  MICH: BQ latent-affine→dual-scale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NASA·N-CMAPSS: Direct-RUL affine→history  ·  HUST·MATRb2: affine+residual→transport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A2  외삽 구간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1D 열화좌표 hull-out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규칙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train/val/test 셀 비겹침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hull-out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선언한 1D 축에서 test가 train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게이트·보정은 val만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 once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고정 시험 분할 한 번만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A3  도메인 안정성 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9셋 macro / SD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모델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macro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도메인 SD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R²&gt;0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1500"/>
            <a:ext cx="112776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Holm 8모델 동시 보정은 비유의. 개별 대표 비교와 분리 보고.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B1  Ablation — dual-scale은 전역 default가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MICH만 dual, RWTH는 dual 악화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3500"/>
            <a:ext cx="1127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MICH: fixed bound가 residual을 과도 제한 → dual로 복구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RWTH: dual이 unit 전면 악화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→ optional executor는 contract+Val로만 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B2  실패 유형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유형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제약≠shift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 fixed / RWTH 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val↛test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RMSE-only 정책 FA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DS03 vs Engression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정보 부족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 short tail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B3  정책 감사 (12-domain)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common-backbone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정책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정확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FA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 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 PP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 RMSE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Unit-risk PP-X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B4  BQ+Affine 혼합 — 승격 거절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3500"/>
            <a:ext cx="112776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OOF α=0 (순수 Affine)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mix_pp equal R² −1.65 vs BQ-PP 0.75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→ α knob 메인 미채택. BQ-PP 유지.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B5  CCMR v2.2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메커니즘 증거. 논문 메인 모델명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trajectory-domain risk-aware executor 사례.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PP-X Algorithm 1의 typed selection 프레임 안의 한 executor.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B6  후속 PAE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부록 · 검증된 식이 있을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출처 고정 식 → 적용 가능 검증 → 실행.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이득 없으면 PP-X로 되돌림.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