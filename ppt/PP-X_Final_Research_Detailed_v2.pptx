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4" r:id="rId15"/>
    <p:sldId id="265" r:id="rId16"/>
    <p:sldId id="266" r:id="rId17"/>
    <p:sldId id="267" r:id="rId18"/>
    <p:sldId id="271" r:id="rId22"/>
    <p:sldId id="260" r:id="rId11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61" r:id="rId12"/>
    <p:sldId id="302" r:id="rId53"/>
    <p:sldId id="287" r:id="rId38"/>
    <p:sldId id="262" r:id="rId13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3" r:id="rId54"/>
    <p:sldId id="304" r:id="rId55"/>
    <p:sldId id="305" r:id="rId56"/>
    <p:sldId id="306" r:id="rId57"/>
    <p:sldId id="307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10.xml"/><Relationship Id="rId12" Type="http://schemas.openxmlformats.org/officeDocument/2006/relationships/slide" Target="slides/slide25.xml"/><Relationship Id="rId13" Type="http://schemas.openxmlformats.org/officeDocument/2006/relationships/slide" Target="slides/slide28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7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26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전체 연구 지도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residual candidate family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약한 prior란 무엇인가 — C1에서 허용하는 믿음의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Prior와 executor를 분리해서 읽는다. contract가 prior 후보를 열고 validation이 executor를 승인한다.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약한 prior = 경계·방향·저복잡도 기본 추세.  ‘Affine’은 함수형, ‘latent/quotient’는 예측 대상이다.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19200"/>
          <a:ext cx="11277600" cy="2000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후보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허용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 · 경계형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BQ: 경계거리 × 단위거리당 잔여수명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EOL 경계를 미리 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경계에서 RUL=0 보장. quotient 추세를 Ridge로 학습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B · 비경계형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affine: causal X→RUL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known_boundary=False (Final)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RUL 기본 추세를 Ridge로 직접 학습. Final은 끄지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bounded · dual-scale · history ·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해당 contract flag + Val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prior를 제한적으로 수정·보정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/ persistence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Val FAIL (Final)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prior-residual 경로를 사용하지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2575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차이  BQ는 margin=(현재 health−EOL 경계)을 먼저 곱해 끝점 0을 고정한다. Direct affine은 경계를 강제하지 않고 RUL을 바로 회귀한다.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562350"/>
          <a:ext cx="11277600" cy="1962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270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Prior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선택 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 · 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 latent-affine 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bounded latent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 latent-affine Ridge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support-adaptive dual-scale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· 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Direct-RUL affine 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latent-regime + multiscale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 · 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Direct-RUL affine+residual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validation-LOO output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FEMTO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v1_declared OFF (9-setting 아님)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neural safety 보관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게이트 전체도 — 어디서 승인·거절되나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장으로 보는 분기. 왼쪽은 Prior 켤지, 오른쪽은 executor를 Val로 쓸지.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1 · C1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경계·후보·fallback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선언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0" y="914400"/>
            <a:ext cx="2057400" cy="1143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Step 2 · C1 Prior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select_ppx_route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BQ 또는 affine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3 · C2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 +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후보 학습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914400"/>
            <a:ext cx="2057400" cy="1143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28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Step 4 · C3 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 gate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2%·60%·1.10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5 · Freeze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C3 이후 실행 규칙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 or fallback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7244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69342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1440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Step 2 · Final은 Prior를 끄지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→ BQ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없음 → affine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/ group / mode는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neural_safety는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FEMTO만).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03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Step 4 · C3 Executor gate에서 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Prior는 ON이었지만 Val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미달 조건 (하나라도):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Gain &lt; 2%  ·  Unit wins &lt; 60%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&gt; 1.10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승인되는 유일한 길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Contract 선언 → Prior ON → residual fit → Val 세 조건 PASS → route 1개 고정.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label로는 route를 바꾸지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76875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암기  Prior gate = BQ vs affine  ·  Executor gate = 어떤 PP  ·  Val FAIL → fallback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Prior gate — known_boundary가 가르는 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select_ppx_route.  고장 시점≠고장 조건.  여기서 Prior ON/OFF만 결정한다.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838200"/>
            <a:ext cx="38100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86250" y="895350"/>
            <a:ext cx="361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known_boundary 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28750"/>
            <a:ext cx="5334000" cy="3048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TRUE → boundary_pp  ·  BQ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의미  고장 조건(경계)을 안다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예) capacity≤80%, crack 33 mm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≠ “몇 사이클 뒤 고장”을 아는 것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검사  OOF / group / mode 없음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결과  prior_weight=1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다음  Step 3 · C2 fit → Step 4 · C3 executor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334000" cy="3048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FALSE → affine  ·  Prior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Final은 사다리를 돌리지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경계가 없으면 affine prior를 켠다.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/ group 수 / mode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stability는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 검사는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 역사 감사만).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차이 한 줄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= BQ.  경계 없음 = affine.  둘 다 Prior ON.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Final에서 Prior OFF는 없다. 거절은 Executor Val FAIL만.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C3 Executor gate — Val에서 승인·거절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select_paper_ppx.  Prior ON일 때만 진입.  Contract flag가 연 후보만 비교.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6300"/>
            <a:ext cx="11277600" cy="8382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952500"/>
            <a:ext cx="109728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후보 (contract가 연 것만)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192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prior-only  ·  unbounded  ·  bounded  ·  dual*  ·  transport*  ·  history*  · 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* dual/transport/history = 해당 flag True일 때만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85950"/>
            <a:ext cx="3810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세 조건 AND (전부 PASS여야 승인)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Gain ≥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MSE가 fallback보다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상대 2% 이상 작음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2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Unit wins ≥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물리 unit RMSE에서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승률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00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Worst ≤ 1.10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00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최악 unit RMSE 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≤1.10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5334000" cy="1333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PASS →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통과 후보 중 Val loss 최소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(동점이면 더 단순한 executor)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그 route 1개를 test 전에 동결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429000"/>
            <a:ext cx="5334000" cy="13335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FAIL →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어떤 prior-residual도 세 조건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/ persistence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(사전 contract에 적은 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205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분기명  boundary_pp = BQ ON  ·  transferable_prior = affine ON  ·  neural_safety = v1_declared만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Final은 Prior를 끄지 않음  ·  Executor FAIL은 비교했지만 Val 위험 때문에 사전 fallback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C1 contract → C2 prior-residual core → C3 unit approval → frozen execution /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C1 Declare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C2 Learn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기본 경로 + bounded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C3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평균·unit wins·worst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 → BQ, 아니면 affine (Final)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실행 규칙 / 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 route 1개 고정, 아니면 사전 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데이터셋별 executor 유의성 — 왜 gate가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칸 = ΔR² / BH q  ·  파랑=유의 개선  ·  주황=유의 악화  ·  회색=미확증  ·  —=contract 비적용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952500"/>
            <a:ext cx="16764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50" y="1038225"/>
            <a:ext cx="15621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데이터셋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12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88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Bounded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24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100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Dual-scale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12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8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24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Dist. decay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060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6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Transport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800" y="13525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1000" y="14954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Sunwoda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81200" y="13525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88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+.221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2400" y="135255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00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−.005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q=.758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3525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912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+.350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13525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24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6000" y="13525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36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4800" y="18669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1000" y="20097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RWTH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1200" y="18669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88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+.090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q=.156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62400" y="186690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100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−.037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86690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12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+1.256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4800" y="18669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24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06000" y="18669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536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4800" y="23812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1000" y="25241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MICH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1200" y="238125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288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−.291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62400" y="23812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100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+.283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238125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912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−.204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q=.042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24800" y="23812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724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06000" y="23812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536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4800" y="28956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1000" y="30384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NASA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812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288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624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100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28956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912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+.012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q=.758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248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724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060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536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4800" y="34099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1000" y="35528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N-CMAPSS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812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288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624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100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43600" y="340995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912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+.009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q=.284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248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724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060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536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4800" y="39243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1000" y="40671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MATR b2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9812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288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624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100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912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24800" y="39243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724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+.002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q=.277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06000" y="392430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536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+.187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04800" y="44386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81000" y="45815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HUST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812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288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9624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100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9436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9912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9248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724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06000" y="44386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536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+.128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q=.003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04800" y="5105400"/>
            <a:ext cx="11582400" cy="704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57200" y="5191125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Gate 해석  같은 executor가 데이터셋에 따라 유의한 개선·악화를 모두 만든다 → 조건부 ON/OFF는 필요하다. 13-setting gate audit는 3개 개선·10개 유지·0개 악화였지만 통합 p-value가 없어, ‘현재 gate가 최적’이 아니라 ‘항상 ON은 부적절’까지 주장한다.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물리 unit · seeds 42–46 · bootstrap 50,000회 · exact sign-flip · 25비교 BH · retrospective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Final 0.81 · 2 GroupDRO 0.36 · 3 V-REx 0.35.  순위=9곳 평균 R².  강건=9곳에서 양수(9/9, 7/9, 7/9).  FT-Transformer도 동일예산으로 표시.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Gate 정책 검증 — Always-on / Always-off와 직접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 datasets · 98 physical units · frozen 2% / 60% / 1.10 · dataset→unit 계층 bootstrap 100,000회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914400"/>
          <a:ext cx="533400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  <a:gridCol w="13335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평균 log-RMSE 효과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손실 domain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선택 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Always-off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Always-on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+0.082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+0.041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0" y="914400"/>
            <a:ext cx="57912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15050" y="1028700"/>
            <a:ext cx="5448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Frozen gate − Always-on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050" y="1371600"/>
            <a:ext cx="54483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효과 차이 −0.041  ·  domain 4승 / 2패 / 6동률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exact sign-flip p=.969  ·  계층 CI [−.307, +.140]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400300"/>
            <a:ext cx="5791200" cy="1257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15050" y="2514600"/>
            <a:ext cx="5448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Frozen gate − Always-off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5050" y="2857500"/>
            <a:ext cx="54483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효과 차이 +0.041  ·  domain 4승 / 2패 / 6동률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exact sign-flip p=.719  ·  계층 CI [−.294, +.404]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" y="3962400"/>
            <a:ext cx="113919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선택 오류  False accept 2 · False reject 2  |  * oracle은 test를 본 비배포 상한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" y="4400550"/>
            <a:ext cx="11391900" cy="1066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350" y="4533900"/>
            <a:ext cx="11049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거절 조건부 감사  benchmark 교집합 5곳 중 4곳에서 거절이 맞았다. 고정 8-model panel의 22/40은 R²&lt;0, 3/5 설정은 과반 모델이 붕괴했다. Fallback 중앙 순위는 4/9.</a:t>
            </a:r>
          </a:p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판정  Gate는 손실 노출을 줄이는 안전장치이나 완벽하지 않다. Sunwoda false reject와 HUST fallback 8/9를 함께 공개하며, ‘항상 안전·항상 최선·다른 모델 모두 붕괴’는 주장하지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Stage-1 prior admissibility는 true로 고정한 Stage-2 단독 감사 · retrospective common-backbone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Final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4354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86250"/>
            <a:ext cx="112776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관측  PP-X만 9/9 양의 R² · 비교군 대비 SD가 작음 · Engression 대비 MAD .061 vs .280 (paired exact p=.0391).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참고  8개 모델 동시 Holm 보정은 비유의. 성공률·최악값·unit log-RMSE와 함께 해석한다.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48250"/>
            <a:ext cx="1127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기여  높은 평균 정확도만이 아니라, prior/executor 전역 오적용을 피하면서 도메인 간 실패와 편차를 줄였다.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 coverage — 검정 기반 Selective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Noskov–Fishkov–Panov Algorithm 1 재현  ·  Gaussian NW + variance/density acceptance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질문  support 안의 안전한 점만 고르는 방법이 strict extrapolation에서도 예측 범위와 정확도를 함께 유지하는가?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76350"/>
          <a:ext cx="6858000" cy="3105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6210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목표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평균 coverage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nRMSE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Selective NW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13.2%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20000" y="1276350"/>
            <a:ext cx="4114800" cy="1371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9550" y="14668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Coverage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885950"/>
            <a:ext cx="36576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4/9 setting은 전부 거절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N-CMAPSS만 100% admissible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0" y="2876550"/>
            <a:ext cx="4114800" cy="1504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9550" y="30670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동일 행 수에서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348615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PP-X가 비교 가능한 5/5에서 우세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양측 exact p=.0625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(n=5의 최소 양측 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4895850"/>
            <a:ext cx="10858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의미  Selective Regression은 support가 희박하면 예측을 버린다. PP-X는 지지된 prior-residual 경로로 외삽 coverage를 유지하면서, 같은 coverage에서도 accepted risk를 낮췄다.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102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9개 메인 setting · 동일 split · test label은 최종 risk 계산에만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output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calibration 전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41/42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42/42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43/47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1 — prior–residual 구조의 평균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FT-Transformer 비교가 아니다. 같은 데이터·split에서 prior 구조를 제거한 내부 대조군과 비교한다.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52500"/>
            <a:ext cx="3333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123950"/>
            <a:ext cx="2952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비교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9250"/>
            <a:ext cx="287655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 Final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matched direct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같은 입력·split의 direct 예측 모델에서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BQ/affine prior-residual 구조만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4250"/>
            <a:ext cx="2876550" cy="87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묻는 질문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“일반 direct 예측보다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prior 구조가 실제로 도움 되는가?”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952500"/>
            <a:ext cx="3619500" cy="390525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1123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계층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619250"/>
            <a:ext cx="32004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① 각 물리 unit의 RMSE 비교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② 데이터셋을 동일 확률로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③ 선택된 데이터셋 안에서 unit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④ 반복마다 log-RMSE 이득 계산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큰 데이터셋이 결론을 독점하지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5300" y="4210050"/>
            <a:ext cx="32004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9 settings · 77 physical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0050" y="952500"/>
            <a:ext cx="3714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550" y="1123950"/>
            <a:ext cx="3333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결과와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550" y="1638300"/>
            <a:ext cx="33337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9 / 9 우세  ·  p=.0039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4375" y="2381250"/>
            <a:ext cx="3076575" cy="0"/>
          </a:xfrm>
          <a:prstGeom prst="line">
            <a:avLst/>
          </a:prstGeom>
          <a:ln w="15875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10550" y="2571750"/>
            <a:ext cx="3333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평균 RMSE 33.8%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3124200"/>
            <a:ext cx="33337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95% CI: 15.8%–48.6%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752850"/>
            <a:ext cx="33337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log CI [.172,.665]를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사람이 읽기 쉬운 RMSE 감소율로 환산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5143500"/>
            <a:ext cx="111442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말할 수 있음: 현재 평가 범위에서 prior–residual 구조의 평균 오차 감소가 0보다 크다. 말할 수 없음: 모든 MLP·Transformer보다 항상 우수하다.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44/47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2 — 동일예산 강력 baseline과의 외부 경쟁력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setting에서 30개 후보를 탐색한 가장 강한 baseline과 PP-X Final을 비교한다.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동일예산 최강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 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MLP 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−.686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~0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04875" y="4810125"/>
            <a:ext cx="4762500" cy="809625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8 / 9 우세 · two-sided exact p=.0391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0" y="4810125"/>
            <a:ext cx="4762500" cy="809625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9875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Virkler에서는 FT-Transformer가 +.002 우세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857875"/>
            <a:ext cx="11049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이 검정은 prior 구조의 내부 효과가 아니라, 동일한 탐색 예산 아래 외부 모델과의 경쟁력을 묻는다.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45/47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3 — component on/off와 Final route의 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강제 on/off ablation을 물리 unit 단위로 비교하고 24개 동시검정에 BH 보정을 적용했다.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359833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OFF → ON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BH q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Ablation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.281 → 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.659 → .878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−3.343 → 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.468 →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 → .842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fixed 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.759 → .468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dual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.829 → 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.675 → 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6750" y="4572000"/>
            <a:ext cx="10858500" cy="8191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4695825"/>
            <a:ext cx="10477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실험과 실제 결과가 매칭됨: MICH는 dual-scale을 켰고, RWTH는 dual-scale을 끄고 fixed bound를 유지했다. 음성 ablation은 모델 실패가 아니라 잘못된 전역 적용을 막는 근거다.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762625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BH 보정 목적: 24개 비교 중 우연히 유의한 결과가 생기는 허위발견률을 통제.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46/47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47/47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