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4" r:id="rId15"/>
    <p:sldId id="265" r:id="rId16"/>
    <p:sldId id="266" r:id="rId17"/>
    <p:sldId id="267" r:id="rId18"/>
    <p:sldId id="271" r:id="rId22"/>
    <p:sldId id="260" r:id="rId11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61" r:id="rId12"/>
    <p:sldId id="302" r:id="rId53"/>
    <p:sldId id="287" r:id="rId38"/>
    <p:sldId id="262" r:id="rId13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3" r:id="rId54"/>
    <p:sldId id="304" r:id="rId55"/>
    <p:sldId id="305" r:id="rId56"/>
    <p:sldId id="306" r:id="rId57"/>
    <p:sldId id="307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10.xml"/><Relationship Id="rId12" Type="http://schemas.openxmlformats.org/officeDocument/2006/relationships/slide" Target="slides/slide25.xml"/><Relationship Id="rId13" Type="http://schemas.openxmlformats.org/officeDocument/2006/relationships/slide" Target="slides/slide28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7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26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residual candidate family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약한 prior란 무엇인가 — C1에서 허용하는 믿음의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Prior와 executor를 분리해서 읽는다. contract가 prior 후보를 열고 validation이 executor를 승인한다.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약한 prior = 경계·방향·저복잡도 기본 추세.  ‘Affine’은 함수형, ‘latent/quotient’는 예측 대상이다.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19200"/>
          <a:ext cx="11277600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후보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허용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 · 경계형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BQ: 경계거리 × 단위거리당 잔여수명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EOL 경계를 미리 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경계에서 RUL=0 보장. quotient 추세를 Ridge로 학습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B · 비경계형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affine: causal X→RUL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known_boundary=False (Final)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RUL 기본 추세를 Ridge로 직접 학습. Final은 끄지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bounded · dual-scale · history ·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해당 contract flag + Val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prior를 제한적으로 수정·보정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/ persistence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Val FAIL (Final)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prior-residual 경로를 사용하지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575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차이  BQ는 margin=(현재 health−EOL 경계)을 먼저 곱해 끝점 0을 고정한다. Direct affine은 경계를 강제하지 않고 RUL을 바로 회귀한다.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562350"/>
          <a:ext cx="11277600" cy="1962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270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Prior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선택 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 · 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 latent-affine 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bounded latent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 latent-affine Ridge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support-adaptive dual-scale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· 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Direct-RUL affine 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latent-regime + multiscale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 · 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Direct-RUL affine+residual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validation-LOO output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FEMTO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v1_declared OFF (9-setting 아님)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neural safety 보관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후보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HUST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Sunwoda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N-CMAPSS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Virkler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RWTH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MATR batch2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MICH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NASA PCoE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MATR 2019</a:t>
                      </a:r>
                    </a:p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데이터셋별 executor 유의성 — 왜 gate가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칸 = ΔR² / BH q  ·  파랑=유의 개선  ·  주황=유의 악화  ·  회색=미확증  ·  —=contract 비적용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952500"/>
            <a:ext cx="16764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50" y="1038225"/>
            <a:ext cx="1562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데이터셋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12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88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Bounded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24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100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Dual-scale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12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8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24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Dist. decay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060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6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Transport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800" y="13525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" y="14954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Sunwoda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81200" y="13525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88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+.221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2400" y="135255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00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−.005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q=.758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3525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912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+.350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13525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24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6000" y="13525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36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4800" y="18669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1000" y="20097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RWTH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1200" y="18669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88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+.090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q=.156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62400" y="186690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100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−.037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86690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12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+1.256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800" y="18669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24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06000" y="18669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536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4800" y="23812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1000" y="25241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MICH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1200" y="238125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288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−.291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62400" y="23812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100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+.283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38125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912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−.204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q=.042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24800" y="23812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724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06000" y="23812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536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4800" y="28956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1000" y="30384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NASA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812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288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624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100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28956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912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+.012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q=.758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248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724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060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536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4800" y="34099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1000" y="35528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N-CMAPSS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812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288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624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100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43600" y="340995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912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+.009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q=.284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248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724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060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536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4800" y="39243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1000" y="40671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MATR b2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812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288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624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100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912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24800" y="39243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724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+.002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q=.277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06000" y="392430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536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+.187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04800" y="44386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81000" y="45815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HUST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812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288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9624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100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9436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912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9248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724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06000" y="44386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536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+.128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q=.003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04800" y="5105400"/>
            <a:ext cx="11582400" cy="704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57200" y="5191125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Gate 해석  같은 executor가 데이터셋에 따라 유의한 개선·악화를 모두 만든다 → 조건부 ON/OFF는 필요하다. 13-setting gate audit는 3개 개선·10개 유지·0개 악화였지만 통합 p-value가 없어, ‘현재 gate가 최적’이 아니라 ‘항상 ON은 부적절’까지 주장한다.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물리 unit · seeds 42–46 · bootstrap 50,000회 · exact sign-flip · 25비교 BH · retrospective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Final 0.81 · 2 GroupDRO 0.36 · 3 V-REx 0.35.  순위=9곳 평균 R².  강건=9곳에서 양수(9/9, 7/9, 7/9).  FT-Transformer도 동일예산으로 표시.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Gate 정책 검증 — Always-on / Always-off와 직접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 datasets · 98 physical units · frozen 2% / 60% / 1.10 · dataset→unit 계층 bootstrap 100,000회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914400"/>
          <a:ext cx="53340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  <a:gridCol w="13335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평균 log-RMSE 효과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손실 domain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선택 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Always-off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Always-on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+0.082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+0.041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0" y="914400"/>
            <a:ext cx="57912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15050" y="1028700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Frozen gate − Always-on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050" y="1371600"/>
            <a:ext cx="54483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효과 차이 −0.041  ·  domain 4승 / 2패 / 6동률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sign-flip p=.969  ·  계층 CI [−.307, +.140]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00300"/>
            <a:ext cx="5791200" cy="1257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15050" y="2514600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Frozen gate − Always-off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5050" y="2857500"/>
            <a:ext cx="54483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효과 차이 +0.041  ·  domain 4승 / 2패 / 6동률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sign-flip p=.719  ·  계층 CI [−.294, +.404]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" y="3962400"/>
            <a:ext cx="113919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선택 오류  False accept 2 · False reject 2  |  * oracle은 test를 본 비배포 상한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" y="4400550"/>
            <a:ext cx="11391900" cy="1066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350" y="4533900"/>
            <a:ext cx="11049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거절 조건부 감사  benchmark 교집합 5곳 중 4곳에서 거절이 맞았다. 고정 8-model panel의 22/40은 R²&lt;0, 3/5 설정은 과반 모델이 붕괴했다. Fallback 중앙 순위는 4/9.</a:t>
            </a:r>
          </a:p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판정  Gate는 손실 노출을 줄이는 안전장치이나 완벽하지 않다. Sunwoda false reject와 HUST fallback 8/9를 함께 공개하며, ‘항상 안전·항상 최선·다른 모델 모두 붕괴’는 주장하지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Stage-1 prior admissibility는 true로 고정한 Stage-2 단독 감사 · retrospective common-backbone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Final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354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86250"/>
            <a:ext cx="112776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관측  PP-X만 9/9 양의 R² · 비교군 대비 SD가 작음 · Engression 대비 MAD .061 vs .280 (paired exact p=.0391).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참고  8개 모델 동시 Holm 보정은 비유의. 성공률·최악값·unit log-RMSE와 함께 해석한다.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48250"/>
            <a:ext cx="1127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기여  높은 평균 정확도만이 아니라, prior/executor 전역 오적용을 피하면서 도메인 간 실패와 편차를 줄였다.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output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calibration 전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41/42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42/42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43/47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44/47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45/47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46/47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47/47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