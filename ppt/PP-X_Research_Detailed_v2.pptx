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3" r:id="rId14"/>
    <p:sldId id="259" r:id="rId10"/>
    <p:sldId id="260" r:id="rId11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61" r:id="rId12"/>
    <p:sldId id="295" r:id="rId46"/>
    <p:sldId id="280" r:id="rId31"/>
    <p:sldId id="262" r:id="rId13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22222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Validation-Approved Prior-Residual Extrapolation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전체 연구 지도  ·  Prior-Adaptive Extrapolation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2/40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기여 — execution architecture로 고정한다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PP-X는 universal neural predictor가 아니라, prior의 선언·승인·실행·거절을 검증 가능한 절차로 만든 구조다.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23950"/>
            <a:ext cx="3657600" cy="2990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352550"/>
            <a:ext cx="33147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C1  Contract-conditioned model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23900" y="2000250"/>
            <a:ext cx="31242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85800" y="2247900"/>
            <a:ext cx="3200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경계 · history · support · causal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정보로 허용 prior를 선언하고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frozen prior 주변의 bounded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causal residual만 학습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67200" y="1123950"/>
            <a:ext cx="3657600" cy="29908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8650" y="1352550"/>
            <a:ext cx="33147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C2  Validation-approved execution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33900" y="2000250"/>
            <a:ext cx="31242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95800" y="2247900"/>
            <a:ext cx="3200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bound · dual-scale · transport · history를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전역으로 켜지 않고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validation이 지지한 executor만 실행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반례에서는 거절 / fallback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7200" y="1123950"/>
            <a:ext cx="365760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48650" y="1352550"/>
            <a:ext cx="3314700" cy="4381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C3  Equal-coverage evidence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343900" y="2000250"/>
            <a:ext cx="31242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305800" y="2247900"/>
            <a:ext cx="3200400" cy="15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unit bootstrap · paired 검정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cross-domain stability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Selective Regression 동일 coverage</a:t>
            </a:r>
          </a:p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prospective DS03까지 함께 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362450"/>
            <a:ext cx="11277600" cy="1143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" y="4495800"/>
            <a:ext cx="10858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포지션  PP-X is a contract-conditioned, validation-approved prior-residual execution architecture, not a universal neural predictor.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" y="4933950"/>
            <a:ext cx="10858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/>
                <a:ea typeface="AppleGothic"/>
              </a:rPr>
              <a:t>주장 범위  평균 SOTA가 아니라, 동일 coverage에서 더 안전한 예측 조건 · 근거 없는 prior 거절 · unrestricted residual·generic selective regression보다 안전한 조건부 실행.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340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실증  equal-budget 8/9 · domain MAD Engression p=.0391 · Selective equal-coverage 5/5 · DS03 prior 거절 PASS / 정확도 우월 FAIL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그래서 외삽에서 무엇이 좋아졌는가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현재 retrospective 데이터 안에서 확인된 효과와 아직 주장할 수 없는 범위를 분리한다.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78105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비교 대상  하나의 prior나 optional module을 모든 데이터에 항상 켜는 외삽 모델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평균 예측오차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각 contract에서 validation이 지지한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executor만 선택해, 맞는 구조의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외삽 이득은 유지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개발 결과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동일예산 최강 비교군 대비 8/9 우세</a:t>
            </a:r>
          </a:p>
          <a:p>
            <a:pPr algn="ct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paired GM-RMSE 33.8% 감소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337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052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전역 적용 붕괴 방지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052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셋에 같은 bound·scale을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항상 켜지 않고, 해당 contract에서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지지된 executor만 최종 route에 포함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5623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35052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직접 반례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MICH fixed bound ΔR² −.291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RWTH dual-scale ΔR² −.037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175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유닛 단위 안정성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175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평균 RMSE만 보지 않고 unit wins와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worst-unit ratio를 승인 조건에 포함해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일부 설비에 손해가 몰리는 route 제한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3890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8175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직접 근거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HUST transport 15/16 unit 개선</a:t>
            </a:r>
          </a:p>
          <a:p>
            <a:pPr algn="ctr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MICH dual-scale 7/8 unit 개선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86850" y="1352550"/>
            <a:ext cx="2647950" cy="32766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300" y="152400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④ 잘못된 승인 감소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300" y="2057400"/>
            <a:ext cx="23050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12-domain common-backbone audit에서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unit-gain CI 조건을 추가해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근거가 약한 prior 승인을 걸러냄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15450" y="32385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58300" y="3486150"/>
            <a:ext cx="2305050" cy="723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retrospective policy audit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false accept 2 → 0</a:t>
            </a:r>
          </a:p>
          <a:p>
            <a:pPr algn="ctr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선택 정확도 .667 → .833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53000"/>
            <a:ext cx="11277600" cy="7810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6750" y="5067300"/>
            <a:ext cx="108585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효과  현재 평가 데이터셋에서 PP-X는 validation이 지지한 구조만 실행해 전역 prior/executor의 성능 붕괴를 줄이고, 평균 오차와 unit-level risk를 함께 관리했다.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범위  위 수치는 retrospective evidence다. 보지 않은 미래 cohort에서 같은 실패 감소를 보장한다는 주장은 하지 않는다.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도메인이 바뀌어도 덜 무너졌는가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동일 30후보 예산 · 9개 메인 setting  |  안정성은 seed뿐 아니라 도메인별 성공·실패와 편차로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90600"/>
          <a:ext cx="7239000" cy="3638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7800"/>
                <a:gridCol w="1447800"/>
                <a:gridCol w="1447800"/>
                <a:gridCol w="1447800"/>
                <a:gridCol w="1447800"/>
              </a:tblGrid>
              <a:tr h="51979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모델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macro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도메인 SD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최악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R²&gt;0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−1.580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0.115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0.093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−2.140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9792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V-REx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0.071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1.008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−2.188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979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0.011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−2.057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001000" y="990600"/>
            <a:ext cx="3733800" cy="16573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91500" y="1181100"/>
            <a:ext cx="33528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관측된 안정성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48650" y="1619250"/>
            <a:ext cx="3238500" cy="781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PP-X만 9/9 양의 R²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가장 작은 비교군 SD의 1/5.46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최악 도메인도 R² 0.466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857500"/>
            <a:ext cx="3733800" cy="17716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1500" y="3048000"/>
            <a:ext cx="33528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소표본 비모수 검정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0550" y="3467100"/>
            <a:ext cx="3314700" cy="971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Engression 대비 MAD  .061 vs .280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paired exact p=.0391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GroupDRO .0156 · MLP .0469</a:t>
            </a:r>
          </a:p>
          <a:p>
            <a:pPr algn="ctr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V-REx .0469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953000"/>
            <a:ext cx="11277600" cy="7429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6750" y="5067300"/>
            <a:ext cx="10858500" cy="4953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기여  PP-X는 현재 평가 범위에서 높은 평균 정확도만 만든 것이 아니라, prior와 executor의 전역 오적용을 피하면서 도메인 간 실패와 성능 편차를 함께 줄였다.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8293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9B1C1C"/>
                </a:solidFill>
                <a:latin typeface="Arial"/>
                <a:ea typeface="AppleGothic"/>
              </a:rPr>
              <a:t>8개 모델 동시 Holm 보정은 비유의. 전체표는 성공률·최악값·unit log-RMSE와 함께 해석한다.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23/40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잘 안 된 경우 — 왜 실패했는가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사후 추측이 아니라 matched ablation·unit 결과·validation/test 불일치로 확인된 원인만 남긴다.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① 제약이 실제 shift와 맞지 않음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MICH  fixed bound가 residual 용량을 과도하게 제한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.759(unbounded) → .468(fixed), Δ −.291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RWTH  dual-scale은 8/8 unit에서 악화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R² .878 → .842, BH q=.022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865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2865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교훈  좋은 제약도 전역 default로 켜면 negative transfer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5550" y="933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1066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② validation evidence가 test로 이동하지 않음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77000" y="1428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단순 validation PP/MLP 선택은 12개 중 7개만 정답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false accept 4개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CI 강화 정책도 retrospective 정확도 .833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즉 validation 점수만으로 보편적 전이를 보장하지 못함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77000" y="2514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477000" y="2609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unit risk와 CI가 필요하지만 미래 보장은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865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③ prior 거절 뒤 fallback 표현력이 부족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DS03  prior route 거절 자체는 test-best PP-X route와 일치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하지만 Engression 대비 ΔR² −.0195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2865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2865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교훈  안전한 선택과 최고 정확도는 서로 다른 문제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5550" y="3219450"/>
            <a:ext cx="5429250" cy="2057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0" y="3352800"/>
            <a:ext cx="50863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④ 구조를 학습할 정보가 부족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77000" y="3714750"/>
            <a:ext cx="5086350" cy="99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Virkler late-tail은 test specimen당 2 rows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Residual-state·temporal projection은 val에서 off 선택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Prior-geometry는 val 승인 후 test RMSE +31.3%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worst-unit ratio 5.82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477000" y="4800600"/>
            <a:ext cx="50863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477000" y="4895850"/>
            <a:ext cx="50863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22222"/>
                </a:solidFill>
                <a:latin typeface="Arial"/>
                <a:ea typeface="AppleGothic"/>
              </a:rPr>
              <a:t>교훈  짧은 tail에서 복잡한 trajectory head는 과적합 위험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8165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9B1C1C"/>
                </a:solidFill>
                <a:latin typeface="Arial"/>
                <a:ea typeface="AppleGothic"/>
              </a:rPr>
              <a:t>정리  PP-X가 실패를 없앤 것이 아니다. 현재 증거는 ‘어떤 구조가 왜 무너졌는지 식별하고, 해로운 route를 전역 적용하지 않는 것’까지 지지한다.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 — 식의 근거에 따라 두 경로로 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식이 없거나 약한 prior만 있으면 PP-X, 적용 가능한 식이 정당화되면 PAE로 확장한다.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equation-unavailable · weak-prior route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논문 동결 정의  ·  Algorithm 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validated-equation route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4/40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작은 공통 prior-residual core + validation-approved executor + prespecified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(a) contract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(b) core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동결 affine/quotient tail + bounded 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(c)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bound·history·transport 중 validation이 지지한 것만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OOF regret·complete groups·regime coverage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사전 지정 direct/persistence fallback 또는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route가 승인되지 않으면 해당 contract에 미리 적은 direct·persistence fallback 또는 abstention으로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Algorithm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outcome-free contract → validation approval → frozen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Typed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boundary · progression · history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regime · support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후보 executor 제한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7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61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Prior admissibility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61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complete source groups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≤ 0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mode stability ≥ .60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Executor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 gain ≥ 2%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≥ 60%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≤ 1.10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68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92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④ Frozen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92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executor 1개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또는 prespecified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test에서 route 불변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170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8625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4457700"/>
            <a:ext cx="10896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논문 메인 = PP-X 선택 알고리즘  ·  CCMR은 trajectory risk-aware executor 사례  ·  12개 과거 route가 하나의 동일 NN이라는 뜻은 아님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115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동결  protocols/PPX_PAPER_METHOD_V1_FROZEN_PROTOCOL.md  ·  구현  paper_ppx.py  ·  선택 함수는 test outcome 인자를 받지 않음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10/40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11/40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13/40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16/40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17/40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[0.17, 0.67].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19/40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최종 executor 교정 후 유닛 log-RMSE 비는 평균 0.41, 계층 bootstrap 95% CI [0.17, 0.67]. 기하평균 RMSE 감소 33.8%. BH 보정 개별 유의는 선우다·배치2다.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20/40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정책 검증 — validation만으로는 부족하다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12-domain common-backbone retrospective audit  ·  oracle은 비배포 상한</a:t>
            </a:r>
          </a:p>
        </p:txBody>
      </p:sp>
      <p:pic>
        <p:nvPicPr>
          <p:cNvPr id="6" name="Picture 5" descr="ppx_policy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5725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정책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FA / FR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 /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 RMSE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 /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PP-X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 /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oracle*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12/12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171950"/>
            <a:ext cx="40005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 oracle는 선택에 쓸 수 없는 성능 상한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validation RMSE gate만으로는 오탐 4개다. unit-risk를 넣어도 prior contract를 고정 승인하면 오탐 2개가 남는다.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따라서 contract가 admissible prior를 먼저 제한해야 한다. 이후 DS03 prospective에서 unsupported prior 거절이 실제 test-best PP-X route였다.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22/40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Prospective — N-CMAPSS DS03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protocol → raw hash → selection artifact를 test Y 공개 전에 각각 GitHub 동결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0050" y="857250"/>
          <a:ext cx="54292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09750"/>
                <a:gridCol w="180975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Validation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37.639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prior-residual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85.774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 prior-residual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95.858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34100" y="857250"/>
          <a:ext cx="56197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3250"/>
                <a:gridCol w="1873250"/>
                <a:gridCol w="187325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Prospective test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30c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30c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양수·비우월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/ multiscale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0.832 / 0.869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선택보다 열세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00050" y="3733800"/>
            <a:ext cx="5429250" cy="1524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3905250"/>
            <a:ext cx="51244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PASS  미래 route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4343400"/>
            <a:ext cx="51244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gate가 prior 두 개를 거절했고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실제 test-best PP-X route 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4100" y="37338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500" y="3905250"/>
            <a:ext cx="53149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FAIL  predictive superiority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4343400"/>
            <a:ext cx="53149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Engression 대비 ΔR² −.0195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" y="5562600"/>
            <a:ext cx="113538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정직한 결론  prospective route-selection success, predictive superiority not confirmed  ·  DS03는 within-family 검증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최종 PP-X = 공통 core + validation-approved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27/40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28/40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29/40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30/40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31/40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32/40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33/40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34/40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35/40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36/40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37/40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39/40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40/40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동일 coverage — 검정 기반 Selective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Noskov–Fishkov–Panov Algorithm 1 재현  ·  Gaussian NW + variance/density acceptance test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질문  support 안의 안전한 점만 고르는 방법이 strict extrapolation에서도 예측 범위와 정확도를 함께 유지하는가?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276350"/>
          <a:ext cx="6858000" cy="31051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</a:tblGrid>
              <a:tr h="62103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목표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실제 평균 coverage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nRMSE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Selective NW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0.272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8.7%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0.296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11.5%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1.274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103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13.2%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0.305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1.266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5/5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620000" y="1276350"/>
            <a:ext cx="4114800" cy="13716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29550" y="1466850"/>
            <a:ext cx="36957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Coverage 결과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885950"/>
            <a:ext cx="36576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4/9 setting은 전부 거절</a:t>
            </a:r>
          </a:p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N-CMAPSS만 100% admissible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20000" y="2876550"/>
            <a:ext cx="4114800" cy="1504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29550" y="3067050"/>
            <a:ext cx="36957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동일 행 수에서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3486150"/>
            <a:ext cx="3657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PP-X가 비교 가능한 5/5에서 우세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양측 exact p=.0625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(n=5의 최소 양측 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6250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6750" y="4895850"/>
            <a:ext cx="1085850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의미  Selective Regression은 support가 희박하면 예측을 버린다. PP-X는 지지된 prior-residual 경로로 외삽 coverage를 유지하면서, 같은 coverage에서도 accepted risk를 낮췄다.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10250"/>
            <a:ext cx="1127760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666666"/>
                </a:solidFill>
                <a:latin typeface="Arial"/>
                <a:ea typeface="AppleGothic"/>
              </a:rPr>
              <a:t>9개 메인 setting · 동일 split · test label은 최종 risk 계산에만 사용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