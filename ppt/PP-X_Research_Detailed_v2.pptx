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3" r:id="rId14"/>
    <p:sldId id="264" r:id="rId15"/>
    <p:sldId id="259" r:id="rId10"/>
    <p:sldId id="260" r:id="rId11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61" r:id="rId12"/>
    <p:sldId id="296" r:id="rId47"/>
    <p:sldId id="281" r:id="rId32"/>
    <p:sldId id="262" r:id="rId13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2222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Validation-Approved Prior-Residual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전체 연구 지도  ·  Prior-Adaptive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기여 — execution architecture로 고정한다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PP-X는 universal neural predictor가 아니라, prior의 선언·승인·실행·거절을 검증 가능한 절차로 만든 구조다.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23950"/>
            <a:ext cx="3657600" cy="2990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352550"/>
            <a:ext cx="33147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C1  Contract-conditioned model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3900" y="2000250"/>
            <a:ext cx="31242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247900"/>
            <a:ext cx="3200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경계 · history · support · causal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정보로 허용 prior를 선언하고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frozen prior 주변의 bounded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causal residual만 학습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200" y="1123950"/>
            <a:ext cx="3657600" cy="29908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8650" y="1352550"/>
            <a:ext cx="33147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C2  Validation-approved execution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33900" y="2000250"/>
            <a:ext cx="31242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95800" y="2247900"/>
            <a:ext cx="3200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bound · dual-scale · transport · history를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전역으로 켜지 않고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validation이 지지한 executor만 실행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반례에서는 거절 /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1123950"/>
            <a:ext cx="365760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8650" y="1352550"/>
            <a:ext cx="33147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C3  Equal-coverage evidence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43900" y="2000250"/>
            <a:ext cx="31242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305800" y="2247900"/>
            <a:ext cx="3200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unit bootstrap · paired 검정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cross-domain stability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Selective Regression 동일 coverage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prospective DS03까지 함께 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62450"/>
            <a:ext cx="11277600" cy="1143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495800"/>
            <a:ext cx="10858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포지션  PP-X is a contract-conditioned, validation-approved prior-residual execution architecture, not a universal neural predictor.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" y="4933950"/>
            <a:ext cx="10858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  <a:ea typeface="AppleGothic"/>
              </a:rPr>
              <a:t>주장 범위  평균 SOTA가 아니라, 동일 coverage에서 더 안전한 예측 조건 · 근거 없는 prior 거절 · unrestricted residual·generic selective regression보다 안전한 조건부 실행.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340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실증  equal-budget 8/9 · domain MAD Engression p=.0391 · Selective equal-coverage 5/5 · DS03 prior 거절 PASS / 정확도 우월 FAIL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도메인이 바뀌어도 덜 무너졌는가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동일 30후보 예산 · 9개 메인 setting  |  안정성은 seed뿐 아니라 도메인별 성공·실패와 편차로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90600"/>
          <a:ext cx="7239000" cy="3638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447800"/>
                <a:gridCol w="1447800"/>
                <a:gridCol w="1447800"/>
              </a:tblGrid>
              <a:tr h="51979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도메인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V-REx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001000" y="990600"/>
            <a:ext cx="3733800" cy="16573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0" y="1181100"/>
            <a:ext cx="33528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관측된 안정성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48650" y="1619250"/>
            <a:ext cx="32385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PP-X만 9/9 양의 R²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가장 작은 비교군 SD의 1/5.46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최악 도메인도 R² 0.466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857500"/>
            <a:ext cx="3733800" cy="1771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1500" y="3048000"/>
            <a:ext cx="33528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소표본 비모수 검정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0550" y="3467100"/>
            <a:ext cx="3314700" cy="971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Engression 대비 MAD  .061 vs .280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paired exact p=.0391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GroupDRO .0156 · MLP .0469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V-REx .0469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53000"/>
            <a:ext cx="11277600" cy="7429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5067300"/>
            <a:ext cx="108585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 PP-X는 현재 평가 범위에서 높은 평균 정확도만 만든 것이 아니라, prior와 executor의 전역 오적용을 피하면서 도메인 간 실패와 성능 편차를 함께 줄였다.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8개 모델 동시 Holm 보정은 비유의. 전체표는 성공률·최악값·unit log-RMSE와 함께 해석한다.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잘 안 된 경우 — 왜 실패했는가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사후 추측이 아니라 matched ablation·unit 결과·validation/test 불일치로 확인된 원인만 남긴다.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① 제약이 실제 shift와 맞지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MICH  fixed bound가 residual 용량을 과도하게 제한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.759(unbounded) → .468(fixed), Δ −.291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RWTH  dual-scale은 8/8 unit에서 악화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.878 → .842, BH q=.022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865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865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교훈  좋은 제약도 전역 default로 켜면 negative transfer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555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② validation evidence가 test로 이동하지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단순 validation PP/MLP 선택은 12개 중 7개만 정답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false accept 4개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CI 강화 정책도 retrospective 정확도 .833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즉 validation 점수만으로 보편적 전이를 보장하지 못함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7700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700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unit risk와 CI가 필요하지만 미래 보장은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65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③ prior 거절 뒤 fallback 표현력이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DS03  prior route 거절 자체는 test-best PP-X route와 일치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하지만 Engression 대비 ΔR² −.0195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865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865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교훈  안전한 선택과 최고 정확도는 서로 다른 문제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555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④ 구조를 학습할 정보가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Virkler late-tail은 test specimen당 2 rows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Residual-state·temporal projection은 val에서 off 선택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Prior-geometry는 val 승인 후 test RMSE +31.3%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worst-unit ratio 5.82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700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700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짧은 tail에서 복잡한 trajectory head는 과적합 위험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8165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정리  PP-X가 실패를 없앤 것이 아니다. 현재 증거는 ‘어떤 구조가 왜 무너졌는지 식별하고, 해로운 route를 전역 적용하지 않는 것’까지 지지한다.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 — 식의 근거에 따라 두 경로로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식이 없거나 약한 prior만 있으면 PP-X, 적용 가능한 식이 정당화되면 PAE로 확장한다.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equation-unavailable · weak-prior route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논문 동결 정의  ·  Algorithm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validated-equation route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약한 prior란 무엇인가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완전 물리식이 없어도, 밖을 지탱할 최소한의 구조 가정을 contract로 선언한다.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14400"/>
            <a:ext cx="11277600" cy="742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066800"/>
            <a:ext cx="10858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정의  약한 prior = 닫힌 형태의 열화식·PDE를 쓰지 않고, 경계·방향·저복잡도 tail·support·인과 이력처럼 관측·선언 가능한 구조만 외삽 경로로 쓰는 가정.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66900"/>
            <a:ext cx="2647950" cy="23431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01930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1935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9600" y="2590800"/>
            <a:ext cx="23431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고장·임계 상태가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어디인지 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314700"/>
            <a:ext cx="234315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RUL·균열이 0에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닿는 지점을 고정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866900"/>
            <a:ext cx="2647950" cy="23431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6150" y="201930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방향·단조성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241935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86150" y="2590800"/>
            <a:ext cx="23431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나빠질수록 남은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수명은 줄어든다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6150" y="3314700"/>
            <a:ext cx="234315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뒤집힌 예측을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구조적으로 막음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300" y="1866900"/>
            <a:ext cx="2647950" cy="23431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2700" y="201930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저복잡도 tail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241935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62700" y="2590800"/>
            <a:ext cx="23431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affine / quotient로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밖의 기본 경로를 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2700" y="3314700"/>
            <a:ext cx="234315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NN이 밖을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마음대로 그리지 않음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6850" y="1866900"/>
            <a:ext cx="2647950" cy="23431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9250" y="201930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support·인과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241935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39250" y="2590800"/>
            <a:ext cx="23431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학습에서 멀수록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보정을 제한한다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9250" y="3314700"/>
            <a:ext cx="234315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현재까지의 관측만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입력으로 사용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438650"/>
            <a:ext cx="5429250" cy="1238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700" y="4610100"/>
            <a:ext cx="504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설계 의도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" y="4991100"/>
            <a:ext cx="504825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식이 틀려도 되는 게 아니라, 식이 없을 때도 외삽 방향을 고정하고 residual이 prior를 덮어쓰지 못하게 한다.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5550" y="4438650"/>
            <a:ext cx="5429250" cy="12382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6050" y="4610100"/>
            <a:ext cx="504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강한 prior와 다른 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6050" y="4991100"/>
            <a:ext cx="504825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PAE의 강한 prior는 검증된 식 자체다. PP-X의 약한 prior는 ‘식 없이 쓸 수 있는 최소 구조’이며, 근거가 없으면 거절한다.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작은 공통 prior-residual core + validation-approved executor + prespecified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core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동결 affine/quotient tail + bounded 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bound·history·transport 중 validation이 지지한 것만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OOF regret·complete groups·regime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사전 지정 direct/persistence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제한해야 한다. 이후 DS03 prospective에서 unsupported prior 거절이 실제 test-best PP-X route였다.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37/41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38/41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40/41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41/41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 coverage — 검정 기반 Selective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Noskov–Fishkov–Panov Algorithm 1 재현  ·  Gaussian NW + variance/density acceptance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질문  support 안의 안전한 점만 고르는 방법이 strict extrapolation에서도 예측 범위와 정확도를 함께 유지하는가?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76350"/>
          <a:ext cx="6858000" cy="3105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62103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목표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평균 coverage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nRMSE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Selective NW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0.296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11.5%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13.2%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20000" y="1276350"/>
            <a:ext cx="4114800" cy="1371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29550" y="14668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Coverage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885950"/>
            <a:ext cx="36576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4/9 setting은 전부 거절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N-CMAPSS만 100% admissible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0" y="2876550"/>
            <a:ext cx="4114800" cy="1504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29550" y="30670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동일 행 수에서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348615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PP-X가 비교 가능한 5/5에서 우세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양측 exact p=.0625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(n=5의 최소 양측 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6250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750" y="4895850"/>
            <a:ext cx="10858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의미  Selective Regression은 support가 희박하면 예측을 버린다. PP-X는 지지된 prior-residual 경로로 외삽 coverage를 유지하면서, 같은 coverage에서도 accepted risk를 낮췄다.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102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9개 메인 setting · 동일 split · test label은 최종 risk 계산에만 사용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