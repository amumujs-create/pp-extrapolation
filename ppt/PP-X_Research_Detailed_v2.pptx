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v1.0 core + validation safety gate  ·  v1.1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PP-X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네트워크 안에서 prior를 검증하고, 실패하면 exact MLP로 후퇴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v1.1이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prior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얼린 affine 꼬리 후보. trust&gt;0일 때만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NN이 nonlinear 보정 r을 학습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출력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승인: prior+residual · 거절: trust=0 MLP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MLP보다 RMSE 2% 이상↓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 .02/.05/.10/.20/.40 중 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trust=0 · exact matched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(a)와 (b)는 별도 모델이 아니라 같은 네트워크의 두 경로다. validation에서 prior가 matched MLP를 명확히 이길 때만 trust를 남긴다.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약하면 prior를 제거하고 동일 seed·초기화·optimizer의 trust=0 하위모형을 그대로 출력한다.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 예측을 보고 혼합하지 않는다.  승인 실패 → exact matched MLP.  test는 frozen forward만.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확증 cohort 아님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v1.1 — 무엇이 달라졌나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prior를 더 복잡하게 하지 않고, 사용할 권한을 검증한다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하나의 네트워크 안에 prior 경로와 exact matched-MLP 하위모형이 함께 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v1.0 = prior executor의 구조를 검증   ·   v1.1 = 그 prior를 새 고호트에서 켜도 되는지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기존 v1.0 주표와 ablation을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모든 구현 trust×width×learning-rate 조합을 같은 5 seeds로 재학습했다.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기존 v1.0 ablation은 다음 장부터 그대로 유지한다. 이번 두 고호트도 retrospective mechanism evidence다.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현재 v1.1 safety · 표 수치는 기존 v1.0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