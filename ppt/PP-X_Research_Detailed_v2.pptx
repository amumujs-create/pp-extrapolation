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결합 방식  Contract C → 허용 후보 E(C) 제한 → prior-residual 후보 학습 → unit-risk 제약 아래 validation-best executor 선택 → frozen route / fallback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차별점  prior+residual·validation·abstention을 나열한 것이 아니라, 앞 단계의 출력이 다음 단계의 허용 입력을 제한하는 하나의 실행 알고리즘으로 만든다.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