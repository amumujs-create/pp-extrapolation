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4" r:id="rId15"/>
    <p:sldId id="259" r:id="rId10"/>
    <p:sldId id="265" r:id="rId16"/>
    <p:sldId id="260" r:id="rId11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61" r:id="rId12"/>
    <p:sldId id="297" r:id="rId48"/>
    <p:sldId id="282" r:id="rId33"/>
    <p:sldId id="262" r:id="rId1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execution architecture로 고정한다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PP-X는 universal neural predictor가 아니라, prior의 선언·승인·실행·거절을 검증 가능한 절차로 만든 구조다.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Contract-conditioned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믿을 기본 추세를 먼저 두고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NN은 그 주변을 조금만 수정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(다음 장에서 숫자로 설명)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C2  Validation-approved execution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bound · dual-scale · transport · history를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전역으로 켜지 않고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validation이 지지한 executor만 실행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반례에서는 거절 /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C3  Equal-coverage 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4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0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unit bootstrap · paired 검정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cross-domain stability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Selective Regression 동일 coverage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DS03까지 함께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포지션  PP-X is a contract-conditioned, validation-approved prior-residual execution architecture, not a universal neural predictor.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주장 범위  평균 SOTA가 아니라, 동일 coverage에서 더 안전한 예측 조건 · 근거 없는 prior 거절 · unrestricted residual·generic selective regression보다 안전한 조건부 실행.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equal-budget 8/9 · domain MAD Engression p=.0391 · Selective equal-coverage 5/5 · DS03 prior 거절 PASS / 정확도 우월 FAIL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90600"/>
          <a:ext cx="7239000" cy="363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519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01000" y="990600"/>
            <a:ext cx="3733800" cy="1657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0" y="11811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관측된 안정성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8650" y="1619250"/>
            <a:ext cx="32385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PP-X만 9/9 양의 R²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가장 작은 비교군 SD의 1/5.46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최악 도메인도 R² 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7500"/>
            <a:ext cx="3733800" cy="1771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1500" y="30480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소표본 비모수 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0550" y="3467100"/>
            <a:ext cx="3314700" cy="97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 대비 MAD  .061 vs .280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paired exact p=.0391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GroupDRO .0156 · MLP .0469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V-REx .0469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530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0673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 PP-X는 현재 평가 범위에서 높은 평균 정확도만 만든 것이 아니라, prior와 executor의 전역 오적용을 피하면서 도메인 간 실패와 성능 편차를 함께 줄였다.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8개 모델 동시 Holm 보정은 비유의. 전체표는 성공률·최악값·unit log-RMSE와 함께 해석한다.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equation-unavailable · weak-prior route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validated-equation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약한 prior란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완전 물리식이 없어도, 밖을 지탱할 최소한의 구조 가정을 contract로 선언한다.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76300"/>
            <a:ext cx="1127760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00965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정의  닫힌 3차식·PDE를 쓰지 않고, 정당화할 수 있는 경계·방향·저복잡도 tail·support·인과만 기본 추세로 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33550"/>
            <a:ext cx="264795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866900"/>
            <a:ext cx="23431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288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238125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EOL = 880 mAh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(고장 지점)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067050"/>
            <a:ext cx="23431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용량→880이면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RUL→0으로 고정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733550"/>
            <a:ext cx="264795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6150" y="1866900"/>
            <a:ext cx="23431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방향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22288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150" y="238125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용량↓ → RUL↓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6150" y="3067050"/>
            <a:ext cx="23431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뒤집힌 수명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예측을 막음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300" y="1733550"/>
            <a:ext cx="264795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1866900"/>
            <a:ext cx="23431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저복잡도 tail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22288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62700" y="238125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affine / quotient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기본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700" y="3067050"/>
            <a:ext cx="23431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밖을 NN이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마음대로 안 그림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6850" y="1733550"/>
            <a:ext cx="264795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9250" y="1866900"/>
            <a:ext cx="23431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support·인과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22288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39250" y="238125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train health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1.0~0.8만 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9250" y="3067050"/>
            <a:ext cx="23431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현재까지 관측만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입력으로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38600"/>
            <a:ext cx="5429250" cy="14287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4191000"/>
            <a:ext cx="50482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약한 prior 예시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4572000"/>
            <a:ext cx="50482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용량이 줄면 남은 수명도 줄고, 880 mAh에서 끝난다.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‘정확히 이 3차함수로 열화한다’까지는 가정하지 않는다.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5550" y="4038600"/>
            <a:ext cx="5429250" cy="14287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6050" y="4191000"/>
            <a:ext cx="50482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강한 prior와 다른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6050" y="4572000"/>
            <a:ext cx="50482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PAE의 강한 prior는 검증된 식 자체다.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PP-X는 식 없이 쓸 최소 구조만 두고, 근거가 없으면 거절한다.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C1을 숫자로 보면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외삽에서 NN이 전부 결정하게 두지 않고, 기본 추세 + 제한된 수정으로 예측한다.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14400"/>
            <a:ext cx="3657600" cy="2381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085850"/>
            <a:ext cx="3276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일반 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524000"/>
            <a:ext cx="327660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X → NN이 전부 결정 → RUL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밖에서도 학습 패턴을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마음대로 이어 그릴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914400"/>
            <a:ext cx="7391400" cy="2381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085850"/>
            <a:ext cx="6934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85900"/>
            <a:ext cx="69342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경계·history·support·causal 정보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→ 약한 Prior  (예: ŷ_prior = 100)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→ NN 수정은 −20 ~ +20만 허용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→ ŷ = 100 + (+8) = 108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24250"/>
            <a:ext cx="5715000" cy="1866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3695700"/>
            <a:ext cx="5334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왜 bound가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4133850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Prior=100인데 residual=−300이면 prior를 둔 의미가 없다.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그래서 수정량을 가둔다.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ŷ = D[ y_prior + b tanh(r/b) ]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대략 −b ≤ 수정 ≤ +b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524250"/>
            <a:ext cx="5334000" cy="18669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1300" y="3695700"/>
            <a:ext cx="4953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발표용 한 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300" y="4171950"/>
            <a:ext cx="495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외삽 구간에서 신경망이 마음대로 예측하게 하지 않고, 현재 데이터에서 정당화할 수 있는 기본 추세를 먼저 정한 뒤, 신경망은 그 추세에서 제한된 범위만 수정한다.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41/42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42/42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