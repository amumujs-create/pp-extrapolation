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90600"/>
          <a:ext cx="7239000" cy="363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519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01000" y="990600"/>
            <a:ext cx="3733800" cy="1657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0" y="11811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관측된 안정성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8650" y="1619250"/>
            <a:ext cx="32385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PP-X만 9/9 양의 R²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가장 작은 비교군 SD의 1/5.46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최악 도메인도 R² 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7500"/>
            <a:ext cx="3733800" cy="1771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1500" y="30480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통계와 주장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0550" y="3467100"/>
            <a:ext cx="3314700" cy="97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최강 동일예산 대비 8/9 우세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 p=.0391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분산검정은 Holm 보정 후 q&gt;.05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도메인 분산은 secondary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530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0673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 PP-X는 현재 평가 범위에서 높은 평균 정확도만 만든 것이 아니라, prior와 executor의 전역 오적용을 피하면서 도메인 간 실패와 성능 편차를 함께 줄였다.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주의  R²는 데이터셋별 target 분산에 민감하므로 unit log-RMSE·worst-unit regret과 함께 해석한다.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