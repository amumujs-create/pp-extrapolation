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Prior-Adaptive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논문 메인 모델  ·  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기여 — 새 블록 하나보다 ‘가정을 실행하는 규칙’을 제안한다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개별 요소의 최초성이 아니라, 외삽 가정의 선언·학습·승인·거절을 하나의 검증 가능한 절차로 결합한다.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C1  Typed contract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86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결과를 보기 전에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· unit · causal X 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허용 prior · fallback 선언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2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C2  Prior-residual core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23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052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동결된 저복잡도 tail 주변에서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source가 지지하는 nonlinear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residual만 제한적으로 학습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17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C3  Unit-evidence approval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389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817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group-disjoint validation의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이득 · unit wins · worst risk로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executor 승인 또는 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68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C4  Frozen execution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154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2583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route 하나를 test 전에 고정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근거가 없으면 exact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성공·실패 결과를 함께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62450"/>
            <a:ext cx="11277600" cy="1143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4495800"/>
            <a:ext cx="10858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결합 방식  Contract C → 허용 후보 E(C) 제한 → prior-residual 후보 학습 → unit-risk 제약 아래 validation-best executor 선택 → frozen route / fallback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933950"/>
            <a:ext cx="10858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  <a:ea typeface="AppleGothic"/>
              </a:rPr>
              <a:t>차별점  prior+residual·validation·abstention을 나열한 것이 아니라, 앞 단계의 출력이 다음 단계의 허용 입력을 제한하는 하나의 실행 알고리즘으로 만든다.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7340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실증  9개 retrospective setting 중 동일예산 최강 비교모델 대비 8개 우세 · DS03에서는 prior 거절 성공, Engression보다 정확도 우월은 미확증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도메인이 바뀌어도 덜 무너졌는가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동일 30후보 예산 · 9개 메인 setting  |  안정성은 seed뿐 아니라 도메인별 성공·실패와 편차로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90600"/>
          <a:ext cx="7239000" cy="3638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  <a:gridCol w="1447800"/>
                <a:gridCol w="1447800"/>
              </a:tblGrid>
              <a:tr h="51979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도메인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001000" y="990600"/>
            <a:ext cx="3733800" cy="16573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0" y="1181100"/>
            <a:ext cx="33528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관측된 안정성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48650" y="1619250"/>
            <a:ext cx="32385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PP-X만 9/9 양의 R²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가장 작은 비교군 SD의 1/5.46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최악 도메인도 R² 0.466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857500"/>
            <a:ext cx="3733800" cy="1771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1500" y="3048000"/>
            <a:ext cx="33528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소표본 비모수 검정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0550" y="3467100"/>
            <a:ext cx="3314700" cy="971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Engression 대비 MAD  .061 vs .280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paired exact p=.0391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GroupDRO .0156 · MLP .0469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V-REx .0469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53000"/>
            <a:ext cx="11277600" cy="7429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5067300"/>
            <a:ext cx="108585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 PP-X는 현재 평가 범위에서 높은 평균 정확도만 만든 것이 아니라, prior와 executor의 전역 오적용을 피하면서 도메인 간 실패와 성능 편차를 함께 줄였다.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8개 모델 동시 Holm 보정은 비유의. 전체표는 성공률·최악값·unit log-RMSE와 함께 해석한다.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잘 안 된 경우 — 왜 실패했는가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사후 추측이 아니라 matched ablation·unit 결과·validation/test 불일치로 확인된 원인만 남긴다.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① 제약이 실제 shift와 맞지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MICH  fixed bound가 residual 용량을 과도하게 제한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.759(unbounded) → .468(fixed), Δ −.291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RWTH  dual-scale은 8/8 unit에서 악화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.878 → .842, BH q=.022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865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865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교훈  좋은 제약도 전역 default로 켜면 negative transfer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555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② validation evidence가 test로 이동하지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단순 validation PP/MLP 선택은 12개 중 7개만 정답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false accept 4개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CI 강화 정책도 retrospective 정확도 .833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즉 validation 점수만으로 보편적 전이를 보장하지 못함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7700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700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unit risk와 CI가 필요하지만 미래 보장은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65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③ prior 거절 뒤 fallback 표현력이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DS03  prior route 거절 자체는 test-best PP-X route와 일치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하지만 Engression 대비 ΔR² −.0195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865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865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교훈  안전한 선택과 최고 정확도는 서로 다른 문제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555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④ 구조를 학습할 정보가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Virkler late-tail은 test specimen당 2 rows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Residual-state·temporal projection은 val에서 off 선택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Prior-geometry는 val 승인 후 test RMSE +31.3%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worst-unit ratio 5.82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700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700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짧은 tail에서 복잡한 trajectory head는 과적합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8165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정리  PP-X가 실패를 없앤 것이 아니다. 현재 증거는 ‘어떤 구조가 왜 무너졌는지 식별하고, 해로운 route를 전역 적용하지 않는 것’까지 지지한다.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논문 동결 정의  ·  Algorithm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equation-aware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작은 공통 prior-residual core + validation-approved executor + prespecified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core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affine/quotient tail + bounded 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bound·history·transport 중 validation이 지지한 것만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OOF regret·complete groups·regime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사전 지정 direct/persistence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38/39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39/39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