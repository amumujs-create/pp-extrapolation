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새 블록 하나보다 ‘가정을 실행하는 규칙’을 제안한다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개별 요소의 최초성이 아니라, 외삽 가정의 선언·학습·승인·거절을 하나의 검증 가능한 절차로 결합한다.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Typed contract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86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결과를 보기 전에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· unit · causal X 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 prior · fallback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2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C2  Prior-residual core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23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052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동결된 저복잡도 tail 주변에서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source가 지지하는 nonlinear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residual만 제한적으로 학습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17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C3  Unit-evidence approval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389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817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group-disjoint validation의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이득 · unit wins · worst risk로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executor 승인 또는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68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C4  Frozen execution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154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2583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route 하나를 test 전에 고정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근거가 없으면 exact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성공·실패 결과를 함께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76750"/>
            <a:ext cx="11277600" cy="8572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4648200"/>
            <a:ext cx="108585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주장 경계  prior+residual, validation, abstention은 각각 기존에 있다. PP-X의 novelty는 typed admissibility + bounded residual authority + physical-unit approval + frozen fallback의 결합이다.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197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9개 retrospective setting 중 동일예산 최강 비교모델 대비 8개 우세 · DS03에서는 prior 거절 성공, Engression보다 정확도 우월은 미확증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