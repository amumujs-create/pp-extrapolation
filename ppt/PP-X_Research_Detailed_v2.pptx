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논문 메인 모델  ·  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v1.0 core + validation safety gate  ·  v1.1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PP-X v1.1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네트워크 안에서 prior를 검증하고, 실패하면 exact MLP로 후퇴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v1.1이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prior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얼린 affine 꼬리 후보. trust&gt;0일 때만 반영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 NN이 nonlinear 보정 r을 학습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출력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승인: prior+residual · 거절: trust=0 MLP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Safety gate (val만)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상대 이득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matched MLP보다 RMSE 2% 이상↓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유닛 증거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unit-bootstrap 95% CI 하한 &gt;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trust .02/.05/.10/.20/.40 중 하나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trust=0 · exact matched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(a)와 (b)는 별도 모델이 아니라 같은 네트워크의 두 경로다. validation에서 prior가 matched MLP를 명확히 이길 때만 trust를 남긴다.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약하면 prior를 제거하고 동일 seed·초기화·optimizer의 trust=0 하위모형을 그대로 출력한다.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test 예측을 보고 혼합하지 않는다.  승인 실패 → exact matched MLP.  test는 frozen forward만.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PP-X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확증 cohort 아님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v1.1 — 무엇이 달라졌나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prior를 더 복잡하게 하지 않고, 사용할 권한을 검증한다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29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하나의 네트워크 안에 prior 경로와 exact matched-MLP 하위모형이 함께 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① 후보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&gt;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nonlinear residual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동일 초기화·optimizer의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matched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095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② validation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MLP 대비 RMSE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상대 2% 이상 개선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physical-unit bootstrap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95% CI 하한 &gt; 0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unit ≥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9100" y="1276350"/>
            <a:ext cx="3695700" cy="3143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650" y="1428750"/>
            <a:ext cx="3276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③ 한 경로만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650" y="1885950"/>
            <a:ext cx="32766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통과  prior trust 유지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실패  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exact matched MLP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※ test 예측을 보고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혼합하지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62500"/>
            <a:ext cx="11277600" cy="7239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924425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v1.0 = prior executor의 구조를 검증   ·   v1.1 = 그 prior를 새 고호트에서 켜도 되는지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197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주의  Stanford 결과를 본 뒤 만든 post-test development다. 기존 v1.0 주표와 ablation을 소급 대체하지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PP-X v1.1 trust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2고호트 × 6 trust × 4 architecture × 5 seeds = 240 fits</a:t>
            </a:r>
          </a:p>
        </p:txBody>
      </p:sp>
      <p:pic>
        <p:nvPicPr>
          <p:cNvPr id="6" name="Picture 5" descr="v11_complete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Val-best trust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Test-best*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250mAh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 16/32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lr .0005/.001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42–46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5/arm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362450"/>
            <a:ext cx="4000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test-best는 설명용 사후 dose-response이며 선택에 사용하지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Stanford  validation은 trust=0을 선호하지만 test dose 최고는 .20(R² .094).  ISU는 validation .02, test dose 최고 .10(R² .557).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trust의 test 최적점은 고호트마다 다르고 validation 최적점과도 다르다. test를 보고 trust를 고르면 누수다.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모든 구현 trust×width×learning-rate 조합을 같은 5 seeds로 재학습했다.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PP-X v1.1 gate 2×2 ·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2% margin on/off × unit-bootstrap on/off · exact fallback</a:t>
            </a:r>
          </a:p>
        </p:txBody>
      </p:sp>
      <p:pic>
        <p:nvPicPr>
          <p:cNvPr id="6" name="Picture 5" descr="v11_complete_gate_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25"/>
                <a:gridCol w="1000125"/>
                <a:gridCol w="1000125"/>
                <a:gridCol w="1000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 gain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Boot 95% CI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Full gate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[−.276,.208]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+1.65%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[−.145,.196]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32/45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229100"/>
            <a:ext cx="40005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각 gate 단독으로도 두 prior를 거절</a:t>
            </a:r>
          </a:p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Full gate = matched MLP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비용  ISU always-on test R² .555 → full gate .451. 유효한 약한 prior도 놓친다.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Seed  두 고호트 모두 개별 seed 하나는 R²&lt;0. 따라서 ensemble 양수만으로 seed-robust를 주장하지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기존 v1.0 ablation은 다음 장부터 그대로 유지한다. 이번 두 고호트도 retrospective mechanism evidence다.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[0.16, 0.65].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아홉 셋 유닛 log-RMSE 비는 평균 0.39, 계층 bootstrap 95% CI [0.16, 0.65]. 선우다·배치2·엔진·아헨은 구간이 0을 넘는다. 화중·균열·NASA·2019는 유닛이 적어 구간이 0을 포함한다.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현재 v1.1 safety · 표 수치는 기존 v1.0 portfolio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