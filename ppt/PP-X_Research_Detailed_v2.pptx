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59" r:id="rId10"/>
    <p:sldId id="260" r:id="rId11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61" r:id="rId12"/>
    <p:sldId id="295" r:id="rId46"/>
    <p:sldId id="280" r:id="rId31"/>
    <p:sldId id="262" r:id="rId13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전체 연구 지도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결합 방식  Contract C → 허용 후보 E(C) 제한 → prior-residual 후보 학습 → unit-risk 제약 아래 validation-best executor 선택 → frozen route / fallback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차별점  prior+residual·validation·abstention을 나열한 것이 아니라, 앞 단계의 출력이 다음 단계의 허용 입력을 제한하는 하나의 실행 알고리즘으로 만든다.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90600"/>
          <a:ext cx="7239000" cy="3638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51979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01000" y="990600"/>
            <a:ext cx="3733800" cy="1657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0" y="11811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관측된 안정성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8650" y="1619250"/>
            <a:ext cx="32385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PP-X만 9/9 양의 R²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가장 작은 비교군 SD의 1/5.46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최악 도메인도 R² 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7500"/>
            <a:ext cx="3733800" cy="1771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1500" y="30480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소표본 비모수 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0550" y="3467100"/>
            <a:ext cx="3314700" cy="971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Engression 대비 MAD  .061 vs .280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paired exact p=.0391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GroupDRO .0156 · MLP .0469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V-REx .0469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53000"/>
            <a:ext cx="11277600" cy="7429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067300"/>
            <a:ext cx="108585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 PP-X는 현재 평가 범위에서 높은 평균 정확도만 만든 것이 아니라, prior와 executor의 전역 오적용을 피하면서 도메인 간 실패와 성능 편차를 함께 줄였다.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8개 모델 동시 Holm 보정은 비유의. 전체표는 성공률·최악값·unit log-RMSE와 함께 해석한다.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equation-unavailable · weak-prior route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validated-equation 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40/40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 coverage — 검정 기반 Selective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Noskov–Fishkov–Panov Algorithm 1 재현  ·  Gaussian NW + variance/density acceptance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질문  support 안의 안전한 점만 고르는 방법이 strict extrapolation에서도 예측 범위와 정확도를 함께 유지하는가?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76350"/>
          <a:ext cx="6858000" cy="3105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6210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목표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평균 coverage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nRMSE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Selective NW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13.2%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20000" y="1276350"/>
            <a:ext cx="4114800" cy="1371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9550" y="14668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Coverage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885950"/>
            <a:ext cx="36576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4/9 setting은 전부 거절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N-CMAPSS만 100% admissible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0" y="2876550"/>
            <a:ext cx="4114800" cy="1504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9550" y="30670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동일 행 수에서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348615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PP-X가 비교 가능한 5/5에서 우세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양측 exact p=.0625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(n=5의 최소 양측 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4895850"/>
            <a:ext cx="10858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의미  Selective Regression은 support가 희박하면 예측을 버린다. PP-X는 지지된 prior-residual 경로로 외삽 coverage를 유지하면서, 같은 coverage에서도 accepted risk를 낮췄다.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102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9개 메인 setting · 동일 split · test label은 최종 risk 계산에만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